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heme/theme4.xml" ContentType="application/vnd.openxmlformats-officedocument.theme+xml"/>
  <Override PartName="/ppt/tags/tag29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0" r:id="rId5"/>
    <p:sldMasterId id="2147483693" r:id="rId6"/>
  </p:sldMasterIdLst>
  <p:notesMasterIdLst>
    <p:notesMasterId r:id="rId11"/>
  </p:notesMasterIdLst>
  <p:sldIdLst>
    <p:sldId id="293" r:id="rId7"/>
    <p:sldId id="298" r:id="rId8"/>
    <p:sldId id="2147470554" r:id="rId9"/>
    <p:sldId id="2147471159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9B2912F-2238-4005-223D-BC42E023142E}" name="Ritesh Kumar" initials="RK" userId="S::ritesh.kumar@fs-students.de::7edd467b-0259-4175-b217-dced0d6e2d58" providerId="AD"/>
  <p188:author id="{84EDFB4D-40EA-956B-46C0-092B3AE9FC1F}" name="Chang Liu" initials="" userId="S::chang.liu1@fs-students.de::c9b38d7b-78f3-4370-909c-71431724c8ad" providerId="AD"/>
  <p188:author id="{F79FC755-7185-C716-97E7-4FDBA4F28256}" name="Mujtaba Ali Bhutto" initials="MB" userId="S::mujtaba_ali.bhutto@fs-students.de::1ddd518f-3c3c-43fd-b2cd-4bea84d6cb42" providerId="AD"/>
  <p188:author id="{A7F935A5-CEDE-2815-58A1-D52B3AE049A3}" name="Shangrun Jiang" initials="JS" userId="S::shangrun.jiang@fs-students.de::84dfed77-3654-4018-8e39-9258a7843cf5" providerId="AD"/>
  <p188:author id="{D9BA57C4-379A-6231-776A-683B00912441}" name="Abdul Malik" initials="" userId="S::abdul.malik@fs-students.de::8fc5dbfa-4b30-4be0-9d84-3d5d0e6f9139" providerId="AD"/>
  <p188:author id="{177BC6E9-A217-1282-E945-6C1F1532724F}" name="Ying Liu" initials="YL" userId="S::ying.liu@fs-students.de::74dceb18-539c-4b02-8e07-7c7ff25fe8b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1F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EF7FF-E370-4D13-844A-0D2D57AAC196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2A197-F37F-4F3F-84A8-CF3BA7BDDF1D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55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43125" rIns="86250" bIns="43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lang="en-DK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Google Shape;1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1170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1" name="Google Shape;1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399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u="none" strike="noStrike" cap="none" smtClean="0">
                <a:solidFill>
                  <a:schemeClr val="dk1"/>
                </a:solidFill>
                <a:ea typeface="Calibri"/>
                <a:sym typeface="Calibri"/>
              </a:rPr>
              <a:t>3</a:t>
            </a:fld>
            <a:endParaRPr lang="en-GB" sz="1200" u="none" strike="noStrike" cap="none">
              <a:solidFill>
                <a:schemeClr val="dk1"/>
              </a:solidFill>
              <a:ea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80220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10" Type="http://schemas.openxmlformats.org/officeDocument/2006/relationships/image" Target="../media/image2.emf"/><Relationship Id="rId4" Type="http://schemas.openxmlformats.org/officeDocument/2006/relationships/tags" Target="../tags/tag27.xml"/><Relationship Id="rId9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1.emf"/><Relationship Id="rId4" Type="http://schemas.openxmlformats.org/officeDocument/2006/relationships/tags" Target="../tags/tag34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40.xml"/><Relationship Id="rId7" Type="http://schemas.openxmlformats.org/officeDocument/2006/relationships/oleObject" Target="../embeddings/oleObject4.bin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2.xml"/><Relationship Id="rId4" Type="http://schemas.openxmlformats.org/officeDocument/2006/relationships/tags" Target="../tags/tag4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7.xml"/><Relationship Id="rId13" Type="http://schemas.openxmlformats.org/officeDocument/2006/relationships/tags" Target="../tags/tag62.xml"/><Relationship Id="rId3" Type="http://schemas.openxmlformats.org/officeDocument/2006/relationships/tags" Target="../tags/tag52.xml"/><Relationship Id="rId7" Type="http://schemas.openxmlformats.org/officeDocument/2006/relationships/tags" Target="../tags/tag56.xml"/><Relationship Id="rId12" Type="http://schemas.openxmlformats.org/officeDocument/2006/relationships/tags" Target="../tags/tag61.xml"/><Relationship Id="rId2" Type="http://schemas.openxmlformats.org/officeDocument/2006/relationships/tags" Target="../tags/tag51.xml"/><Relationship Id="rId16" Type="http://schemas.openxmlformats.org/officeDocument/2006/relationships/image" Target="../media/image1.emf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1" Type="http://schemas.openxmlformats.org/officeDocument/2006/relationships/tags" Target="../tags/tag60.xml"/><Relationship Id="rId5" Type="http://schemas.openxmlformats.org/officeDocument/2006/relationships/tags" Target="../tags/tag54.xml"/><Relationship Id="rId15" Type="http://schemas.openxmlformats.org/officeDocument/2006/relationships/oleObject" Target="../embeddings/oleObject5.bin"/><Relationship Id="rId10" Type="http://schemas.openxmlformats.org/officeDocument/2006/relationships/tags" Target="../tags/tag59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2" Type="http://schemas.openxmlformats.org/officeDocument/2006/relationships/tags" Target="../tags/tag64.xml"/><Relationship Id="rId16" Type="http://schemas.openxmlformats.org/officeDocument/2006/relationships/image" Target="../media/image1.emf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image" Target="../media/image1.emf"/><Relationship Id="rId2" Type="http://schemas.openxmlformats.org/officeDocument/2006/relationships/tags" Target="../tags/tag77.xml"/><Relationship Id="rId16" Type="http://schemas.openxmlformats.org/officeDocument/2006/relationships/oleObject" Target="../embeddings/oleObject7.bin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85.xml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image" Target="../media/image1.emf"/><Relationship Id="rId2" Type="http://schemas.openxmlformats.org/officeDocument/2006/relationships/tags" Target="../tags/tag91.xml"/><Relationship Id="rId16" Type="http://schemas.openxmlformats.org/officeDocument/2006/relationships/oleObject" Target="../embeddings/oleObject7.bin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tags" Target="../tags/tag116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tags" Target="../tags/tag115.xml"/><Relationship Id="rId17" Type="http://schemas.openxmlformats.org/officeDocument/2006/relationships/image" Target="../media/image4.emf"/><Relationship Id="rId2" Type="http://schemas.openxmlformats.org/officeDocument/2006/relationships/tags" Target="../tags/tag105.xml"/><Relationship Id="rId16" Type="http://schemas.openxmlformats.org/officeDocument/2006/relationships/oleObject" Target="../embeddings/oleObject8.bin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tags" Target="../tags/tag114.xml"/><Relationship Id="rId5" Type="http://schemas.openxmlformats.org/officeDocument/2006/relationships/tags" Target="../tags/tag108.xml"/><Relationship Id="rId15" Type="http://schemas.openxmlformats.org/officeDocument/2006/relationships/slideMaster" Target="../slideMasters/slideMaster1.xml"/><Relationship Id="rId10" Type="http://schemas.openxmlformats.org/officeDocument/2006/relationships/tags" Target="../tags/tag1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tags" Target="../tags/tag117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tags" Target="../tags/tag130.xml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tags" Target="../tags/tag129.xml"/><Relationship Id="rId2" Type="http://schemas.openxmlformats.org/officeDocument/2006/relationships/tags" Target="../tags/tag119.xml"/><Relationship Id="rId16" Type="http://schemas.openxmlformats.org/officeDocument/2006/relationships/image" Target="../media/image1.emf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tags" Target="../tags/tag128.xml"/><Relationship Id="rId5" Type="http://schemas.openxmlformats.org/officeDocument/2006/relationships/tags" Target="../tags/tag122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127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136.xml"/><Relationship Id="rId7" Type="http://schemas.openxmlformats.org/officeDocument/2006/relationships/oleObject" Target="../embeddings/oleObject11.bin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8.xml"/><Relationship Id="rId4" Type="http://schemas.openxmlformats.org/officeDocument/2006/relationships/tags" Target="../tags/tag137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7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2" Type="http://schemas.openxmlformats.org/officeDocument/2006/relationships/tags" Target="../tags/tag173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10" Type="http://schemas.openxmlformats.org/officeDocument/2006/relationships/image" Target="../media/image2.emf"/><Relationship Id="rId4" Type="http://schemas.openxmlformats.org/officeDocument/2006/relationships/tags" Target="../tags/tag175.xml"/><Relationship Id="rId9" Type="http://schemas.openxmlformats.org/officeDocument/2006/relationships/oleObject" Target="../embeddings/oleObject2.bin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3.xml"/><Relationship Id="rId3" Type="http://schemas.openxmlformats.org/officeDocument/2006/relationships/tags" Target="../tags/tag181.xml"/><Relationship Id="rId7" Type="http://schemas.openxmlformats.org/officeDocument/2006/relationships/tags" Target="../tags/tag185.xml"/><Relationship Id="rId2" Type="http://schemas.openxmlformats.org/officeDocument/2006/relationships/tags" Target="../tags/tag180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5" Type="http://schemas.openxmlformats.org/officeDocument/2006/relationships/tags" Target="../tags/tag183.xml"/><Relationship Id="rId10" Type="http://schemas.openxmlformats.org/officeDocument/2006/relationships/image" Target="../media/image1.emf"/><Relationship Id="rId4" Type="http://schemas.openxmlformats.org/officeDocument/2006/relationships/tags" Target="../tags/tag182.xml"/><Relationship Id="rId9" Type="http://schemas.openxmlformats.org/officeDocument/2006/relationships/oleObject" Target="../embeddings/oleObject3.bin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tags" Target="../tags/tag188.xml"/><Relationship Id="rId7" Type="http://schemas.openxmlformats.org/officeDocument/2006/relationships/oleObject" Target="../embeddings/oleObject4.bin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90.xml"/><Relationship Id="rId4" Type="http://schemas.openxmlformats.org/officeDocument/2006/relationships/tags" Target="../tags/tag18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4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197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2" Type="http://schemas.openxmlformats.org/officeDocument/2006/relationships/tags" Target="../tags/tag199.xml"/><Relationship Id="rId16" Type="http://schemas.openxmlformats.org/officeDocument/2006/relationships/image" Target="../media/image1.emf"/><Relationship Id="rId1" Type="http://schemas.openxmlformats.org/officeDocument/2006/relationships/tags" Target="../tags/tag198.x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5" Type="http://schemas.openxmlformats.org/officeDocument/2006/relationships/tags" Target="../tags/tag202.xml"/><Relationship Id="rId15" Type="http://schemas.openxmlformats.org/officeDocument/2006/relationships/oleObject" Target="../embeddings/oleObject5.bin"/><Relationship Id="rId10" Type="http://schemas.openxmlformats.org/officeDocument/2006/relationships/tags" Target="../tags/tag20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2" Type="http://schemas.openxmlformats.org/officeDocument/2006/relationships/tags" Target="../tags/tag212.xml"/><Relationship Id="rId16" Type="http://schemas.openxmlformats.org/officeDocument/2006/relationships/image" Target="../media/image1.emf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5" Type="http://schemas.openxmlformats.org/officeDocument/2006/relationships/tags" Target="../tags/tag215.xml"/><Relationship Id="rId15" Type="http://schemas.openxmlformats.org/officeDocument/2006/relationships/oleObject" Target="../embeddings/oleObject6.bin"/><Relationship Id="rId10" Type="http://schemas.openxmlformats.org/officeDocument/2006/relationships/tags" Target="../tags/tag220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13" Type="http://schemas.openxmlformats.org/officeDocument/2006/relationships/tags" Target="../tags/tag236.xml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tags" Target="../tags/tag235.xml"/><Relationship Id="rId17" Type="http://schemas.openxmlformats.org/officeDocument/2006/relationships/image" Target="../media/image1.emf"/><Relationship Id="rId2" Type="http://schemas.openxmlformats.org/officeDocument/2006/relationships/tags" Target="../tags/tag225.xml"/><Relationship Id="rId16" Type="http://schemas.openxmlformats.org/officeDocument/2006/relationships/oleObject" Target="../embeddings/oleObject7.bin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tags" Target="../tags/tag234.xml"/><Relationship Id="rId5" Type="http://schemas.openxmlformats.org/officeDocument/2006/relationships/tags" Target="../tags/tag228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33.xml"/><Relationship Id="rId4" Type="http://schemas.openxmlformats.org/officeDocument/2006/relationships/tags" Target="../tags/tag227.xml"/><Relationship Id="rId9" Type="http://schemas.openxmlformats.org/officeDocument/2006/relationships/tags" Target="../tags/tag232.xml"/><Relationship Id="rId14" Type="http://schemas.openxmlformats.org/officeDocument/2006/relationships/tags" Target="../tags/tag237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3" Type="http://schemas.openxmlformats.org/officeDocument/2006/relationships/tags" Target="../tags/tag240.xml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image" Target="../media/image1.emf"/><Relationship Id="rId2" Type="http://schemas.openxmlformats.org/officeDocument/2006/relationships/tags" Target="../tags/tag239.xml"/><Relationship Id="rId16" Type="http://schemas.openxmlformats.org/officeDocument/2006/relationships/oleObject" Target="../embeddings/oleObject7.bin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5" Type="http://schemas.openxmlformats.org/officeDocument/2006/relationships/tags" Target="../tags/tag242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47.xml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tags" Target="../tags/tag251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13" Type="http://schemas.openxmlformats.org/officeDocument/2006/relationships/tags" Target="../tags/tag264.xml"/><Relationship Id="rId3" Type="http://schemas.openxmlformats.org/officeDocument/2006/relationships/tags" Target="../tags/tag254.xml"/><Relationship Id="rId7" Type="http://schemas.openxmlformats.org/officeDocument/2006/relationships/tags" Target="../tags/tag258.xml"/><Relationship Id="rId12" Type="http://schemas.openxmlformats.org/officeDocument/2006/relationships/tags" Target="../tags/tag263.xml"/><Relationship Id="rId17" Type="http://schemas.openxmlformats.org/officeDocument/2006/relationships/image" Target="../media/image4.emf"/><Relationship Id="rId2" Type="http://schemas.openxmlformats.org/officeDocument/2006/relationships/tags" Target="../tags/tag253.xml"/><Relationship Id="rId16" Type="http://schemas.openxmlformats.org/officeDocument/2006/relationships/oleObject" Target="../embeddings/oleObject8.bin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tags" Target="../tags/tag262.xml"/><Relationship Id="rId5" Type="http://schemas.openxmlformats.org/officeDocument/2006/relationships/tags" Target="../tags/tag256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261.xml"/><Relationship Id="rId4" Type="http://schemas.openxmlformats.org/officeDocument/2006/relationships/tags" Target="../tags/tag255.xml"/><Relationship Id="rId9" Type="http://schemas.openxmlformats.org/officeDocument/2006/relationships/tags" Target="../tags/tag260.xml"/><Relationship Id="rId14" Type="http://schemas.openxmlformats.org/officeDocument/2006/relationships/tags" Target="../tags/tag265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tags" Target="../tags/tag278.xml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tags" Target="../tags/tag277.xml"/><Relationship Id="rId2" Type="http://schemas.openxmlformats.org/officeDocument/2006/relationships/tags" Target="../tags/tag267.xml"/><Relationship Id="rId16" Type="http://schemas.openxmlformats.org/officeDocument/2006/relationships/image" Target="../media/image1.emf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11" Type="http://schemas.openxmlformats.org/officeDocument/2006/relationships/tags" Target="../tags/tag276.xml"/><Relationship Id="rId5" Type="http://schemas.openxmlformats.org/officeDocument/2006/relationships/tags" Target="../tags/tag270.xml"/><Relationship Id="rId15" Type="http://schemas.openxmlformats.org/officeDocument/2006/relationships/oleObject" Target="../embeddings/oleObject9.bin"/><Relationship Id="rId10" Type="http://schemas.openxmlformats.org/officeDocument/2006/relationships/tags" Target="../tags/tag275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84.xml"/><Relationship Id="rId7" Type="http://schemas.openxmlformats.org/officeDocument/2006/relationships/oleObject" Target="../embeddings/oleObject11.bin"/><Relationship Id="rId2" Type="http://schemas.openxmlformats.org/officeDocument/2006/relationships/tags" Target="../tags/tag283.xml"/><Relationship Id="rId1" Type="http://schemas.openxmlformats.org/officeDocument/2006/relationships/tags" Target="../tags/tag28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86.xml"/><Relationship Id="rId4" Type="http://schemas.openxmlformats.org/officeDocument/2006/relationships/tags" Target="../tags/tag285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88.xml"/><Relationship Id="rId1" Type="http://schemas.openxmlformats.org/officeDocument/2006/relationships/tags" Target="../tags/tag287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0.xml"/><Relationship Id="rId1" Type="http://schemas.openxmlformats.org/officeDocument/2006/relationships/tags" Target="../tags/tag289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2.bin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2.xml"/><Relationship Id="rId1" Type="http://schemas.openxmlformats.org/officeDocument/2006/relationships/tags" Target="../tags/tag29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94.xml"/><Relationship Id="rId1" Type="http://schemas.openxmlformats.org/officeDocument/2006/relationships/tags" Target="../tags/tag29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5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9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469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2019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29050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9190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360680" y="6498754"/>
            <a:ext cx="4007104" cy="123111"/>
          </a:xfrm>
        </p:spPr>
        <p:txBody>
          <a:bodyPr wrap="square" anchor="ctr" anchorCtr="0">
            <a:spAutoFit/>
          </a:bodyPr>
          <a:lstStyle>
            <a:lvl1pPr algn="l">
              <a:defRPr sz="800">
                <a:latin typeface="+mn-lt"/>
              </a:defRPr>
            </a:lvl1pPr>
          </a:lstStyle>
          <a:p>
            <a:pPr lvl="0"/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1308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39AA1C-8AF6-0C30-9D0C-FF36AAB1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93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5533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75323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28798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83999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40376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2266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9061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6516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953701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72" imgH="588" progId="TCLayout.ActiveDocument.1">
                  <p:embed/>
                </p:oleObj>
              </mc:Choice>
              <mc:Fallback>
                <p:oleObj name="think-cell Slide" r:id="rId16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0544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5643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817042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2897329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00082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63217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77170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256751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48205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014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2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555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001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EC11-3BB4-5CD5-B5D8-F851882A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6427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F6E7C-C443-DA8C-7AE7-98BBB8540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2E517-5932-455D-5DCF-E3584965D5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18647-6FE3-E631-D545-260615BD4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D7021-C5E4-A51C-4A02-219E95A0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1473-805E-3AA0-E47F-C6B73DA8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74994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732C9-C1A0-1F73-E02B-B72AA2670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B205-9FC6-E0AB-8BDE-E3C1B390B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388C4-BC4D-FF44-9862-4AC9E1590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08FD0-4033-8F81-0329-0FA9B304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6A698-3717-74F0-F4F0-04D5358C3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65117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D9FBD-9CA3-1D9E-9335-F731BFF4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0C6D4-C564-6EE3-4908-409A371D1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04833-A5AB-AEB6-ADA0-B06FD511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E79C8-39EB-A83B-439B-6D6143137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9DA1A-44D7-D738-72C8-7C5310302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5077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C286-23F2-439C-3A6E-439826AD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FD48C-59C7-9AFF-A0AE-A48CC58B4C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62465-45E2-4913-9080-C24564824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AC383-6082-E6E7-7297-36933D5B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E7581-778C-7C80-8FDA-A89FA4D88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801D9-F5CB-407B-13C4-564D1E039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40018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4DE94-BF51-7059-E7BD-3095D8126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EDB15C-87E4-C5AE-15AE-277EEACDCD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84737-3E77-89E1-909D-3271DE5D1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ECA665-6AE5-A96C-C34A-08911519C0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8B7CCD-53D6-D1B5-5E54-2B5FF804B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58C24-4C59-E132-B979-F62CDDEA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24B7A-6440-1AEC-158D-03EC67F50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1D0115-2869-AFE5-0E75-705D9135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98897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9FE5-1CD3-1E35-E7A1-DA27AECD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A205A-275F-B2CC-5091-100D86238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882B83-20D0-8CAF-60BB-3E92F449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3AED23-313E-0B41-8C22-52796F54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9278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91D371-B77A-DB8F-6B0A-C2DB07F9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5E4CB-7457-1C39-01A3-EBCF14C7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1D184-51E6-BE5A-5C6B-03E6A42E8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3378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B07B-68D6-D997-2704-B08D9B189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1799-EA36-B52A-90D6-FF0737F32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481FAD-401A-301E-BC8B-D4085E33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B874F-2BA1-E396-D593-13003374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9A18-6EC3-620E-0B11-C8F76AD75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C35C9-867A-7C16-4B9D-F9FC224A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54945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51B6-202C-3667-21B2-6F8E4D079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7D244-657D-EC1A-140A-99F56B090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B601DE-BAE5-8B83-4A84-A2EDF76952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4314B-65F9-AA31-F51F-52DB05A0F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12B679-BE3C-C876-D4C8-24D031A3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0404E-62AA-5B77-22C1-A9E91795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742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D1185-C730-9DFC-E385-1788BFCC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8C98B4-4807-1168-406F-490349777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9C429-9C67-5FBD-8366-9F7DF808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72DFD-AD2A-7E2D-4D86-CCCB6C28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C1A64-C36F-2CF2-1F79-1E22F0A3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31670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F0980-A5B8-ADDD-043E-D77CC2A44A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570AD-3FE9-794C-36BA-676B2753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92DC9-4E3F-A236-20F5-16994C2AA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73972-D4BE-5EA9-E5A2-B075D000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23B70-77EF-E0F1-D8BE-077582AD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13111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p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44" imgH="344" progId="TCLayout.ActiveDocument.1">
                  <p:embed/>
                </p:oleObj>
              </mc:Choice>
              <mc:Fallback>
                <p:oleObj name="think-cell Slide" r:id="rId9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solidFill>
            <a:schemeClr val="tx1"/>
          </a:solidFill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2"/>
                </a:solidFill>
              </a:defRPr>
            </a:lvl1pPr>
          </a:lstStyle>
          <a:p>
            <a:r>
              <a:rPr lang="en-US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201907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9919086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360680" y="6498754"/>
            <a:ext cx="4007104" cy="123111"/>
          </a:xfrm>
        </p:spPr>
        <p:txBody>
          <a:bodyPr wrap="square" anchor="ctr" anchorCtr="0">
            <a:spAutoFit/>
          </a:bodyPr>
          <a:lstStyle>
            <a:lvl1pPr algn="l">
              <a:defRPr sz="800">
                <a:latin typeface="+mn-lt"/>
              </a:defRPr>
            </a:lvl1pPr>
          </a:lstStyle>
          <a:p>
            <a:pPr lvl="0"/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2413083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39AA1C-8AF6-0C30-9D0C-FF36AAB19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29369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55339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>
                  <a:lumMod val="8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287989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640376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7226608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413" imgH="416" progId="TCLayout.ActiveDocument.1">
                  <p:embed/>
                </p:oleObj>
              </mc:Choice>
              <mc:Fallback>
                <p:oleObj name="think-cell Slide" r:id="rId16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 userDrawn="1">
            <p:custDataLst>
              <p:tags r:id="rId8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651675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572" imgH="588" progId="TCLayout.ActiveDocument.1">
                  <p:embed/>
                </p:oleObj>
              </mc:Choice>
              <mc:Fallback>
                <p:oleObj name="think-cell Slide" r:id="rId16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2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8054485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13" imgH="416" progId="TCLayout.ActiveDocument.1">
                  <p:embed/>
                </p:oleObj>
              </mc:Choice>
              <mc:Fallback>
                <p:oleObj name="think-cell Slide" r:id="rId1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+mn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81704215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3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logo goes here.</a:t>
            </a:r>
          </a:p>
        </p:txBody>
      </p:sp>
    </p:spTree>
    <p:extLst>
      <p:ext uri="{BB962C8B-B14F-4D97-AF65-F5344CB8AC3E}">
        <p14:creationId xmlns:p14="http://schemas.microsoft.com/office/powerpoint/2010/main" val="28973296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10C5396-A74C-51C3-AEC5-D35E7FDD26A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10C5396-A74C-51C3-AEC5-D35E7FDD26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4580468"/>
            <a:ext cx="11082528" cy="677108"/>
          </a:xfrm>
        </p:spPr>
        <p:txBody>
          <a:bodyPr vert="horz"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5FB0D-5CC7-9318-47B3-B932C5E0C6E2}"/>
              </a:ext>
            </a:extLst>
          </p:cNvPr>
          <p:cNvSpPr txBox="1"/>
          <p:nvPr userDrawn="1"/>
        </p:nvSpPr>
        <p:spPr>
          <a:xfrm>
            <a:off x="1843088" y="-80010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51CB7D96-238D-424E-1A92-C27F075F834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3632175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Title and Conte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7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7"/>
          <p:cNvSpPr txBox="1">
            <a:spLocks noGrp="1"/>
          </p:cNvSpPr>
          <p:nvPr>
            <p:ph type="body" idx="1"/>
          </p:nvPr>
        </p:nvSpPr>
        <p:spPr>
          <a:xfrm>
            <a:off x="569118" y="1400032"/>
            <a:ext cx="11072019" cy="482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3771A5E6-4EA7-C278-CF9B-197E6937D3F5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8B23C019-3D76-9585-DF94-4D39967D422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41771705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8EA2B47-10D4-7DBD-8DB4-FE8BB18230A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8EA2B47-10D4-7DBD-8DB4-FE8BB18230A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1482058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17B1F91A-8608-5996-6EE2-52B576CD4117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08014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80E36D8-9727-3A66-B568-44AB140574C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/>
              <a:t>Section marker</a:t>
            </a:r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0649F191-C694-FE89-7416-DE67666A6CAC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722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5DDE-08ED-4939-B42D-FCE998A2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D3418-51D4-5391-448E-744257B6D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9CD5BD8-2663-9BE4-201E-456E71D4564A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05550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>
            <a:spLocks noGrp="1"/>
          </p:cNvSpPr>
          <p:nvPr>
            <p:ph type="title"/>
          </p:nvPr>
        </p:nvSpPr>
        <p:spPr>
          <a:xfrm>
            <a:off x="467806" y="365126"/>
            <a:ext cx="11173331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26A8D4C-8114-AAF3-B69E-60AB80EB26DE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7001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1EC11-3BB4-5CD5-B5D8-F851882A7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64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9" Type="http://schemas.openxmlformats.org/officeDocument/2006/relationships/tags" Target="../tags/tag18.xml"/><Relationship Id="rId21" Type="http://schemas.openxmlformats.org/officeDocument/2006/relationships/theme" Target="../theme/theme1.xml"/><Relationship Id="rId34" Type="http://schemas.openxmlformats.org/officeDocument/2006/relationships/tags" Target="../tags/tag13.xml"/><Relationship Id="rId42" Type="http://schemas.openxmlformats.org/officeDocument/2006/relationships/tags" Target="../tags/tag2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32" Type="http://schemas.openxmlformats.org/officeDocument/2006/relationships/tags" Target="../tags/tag11.xml"/><Relationship Id="rId37" Type="http://schemas.openxmlformats.org/officeDocument/2006/relationships/tags" Target="../tags/tag16.xml"/><Relationship Id="rId40" Type="http://schemas.openxmlformats.org/officeDocument/2006/relationships/tags" Target="../tags/tag19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36" Type="http://schemas.openxmlformats.org/officeDocument/2006/relationships/tags" Target="../tags/tag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10.xml"/><Relationship Id="rId44" Type="http://schemas.openxmlformats.org/officeDocument/2006/relationships/tags" Target="../tags/tag2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tags" Target="../tags/tag6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43" Type="http://schemas.openxmlformats.org/officeDocument/2006/relationships/tags" Target="../tags/tag2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33" Type="http://schemas.openxmlformats.org/officeDocument/2006/relationships/tags" Target="../tags/tag12.xml"/><Relationship Id="rId38" Type="http://schemas.openxmlformats.org/officeDocument/2006/relationships/tags" Target="../tags/tag17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20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tags" Target="../tags/tag153.xml"/><Relationship Id="rId39" Type="http://schemas.openxmlformats.org/officeDocument/2006/relationships/tags" Target="../tags/tag166.xml"/><Relationship Id="rId21" Type="http://schemas.openxmlformats.org/officeDocument/2006/relationships/theme" Target="../theme/theme3.xml"/><Relationship Id="rId34" Type="http://schemas.openxmlformats.org/officeDocument/2006/relationships/tags" Target="../tags/tag161.xml"/><Relationship Id="rId42" Type="http://schemas.openxmlformats.org/officeDocument/2006/relationships/tags" Target="../tags/tag169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tags" Target="../tags/tag156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tags" Target="../tags/tag151.xml"/><Relationship Id="rId32" Type="http://schemas.openxmlformats.org/officeDocument/2006/relationships/tags" Target="../tags/tag159.xml"/><Relationship Id="rId37" Type="http://schemas.openxmlformats.org/officeDocument/2006/relationships/tags" Target="../tags/tag164.xml"/><Relationship Id="rId40" Type="http://schemas.openxmlformats.org/officeDocument/2006/relationships/tags" Target="../tags/tag167.xml"/><Relationship Id="rId45" Type="http://schemas.openxmlformats.org/officeDocument/2006/relationships/oleObject" Target="../embeddings/oleObject1.bin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tags" Target="../tags/tag150.xml"/><Relationship Id="rId28" Type="http://schemas.openxmlformats.org/officeDocument/2006/relationships/tags" Target="../tags/tag155.xml"/><Relationship Id="rId36" Type="http://schemas.openxmlformats.org/officeDocument/2006/relationships/tags" Target="../tags/tag163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tags" Target="../tags/tag158.xml"/><Relationship Id="rId44" Type="http://schemas.openxmlformats.org/officeDocument/2006/relationships/tags" Target="../tags/tag17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tags" Target="../tags/tag149.xml"/><Relationship Id="rId27" Type="http://schemas.openxmlformats.org/officeDocument/2006/relationships/tags" Target="../tags/tag154.xml"/><Relationship Id="rId30" Type="http://schemas.openxmlformats.org/officeDocument/2006/relationships/tags" Target="../tags/tag157.xml"/><Relationship Id="rId35" Type="http://schemas.openxmlformats.org/officeDocument/2006/relationships/tags" Target="../tags/tag162.xml"/><Relationship Id="rId43" Type="http://schemas.openxmlformats.org/officeDocument/2006/relationships/tags" Target="../tags/tag170.xml"/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tags" Target="../tags/tag152.xml"/><Relationship Id="rId33" Type="http://schemas.openxmlformats.org/officeDocument/2006/relationships/tags" Target="../tags/tag160.xml"/><Relationship Id="rId38" Type="http://schemas.openxmlformats.org/officeDocument/2006/relationships/tags" Target="../tags/tag165.xml"/><Relationship Id="rId46" Type="http://schemas.openxmlformats.org/officeDocument/2006/relationships/image" Target="../media/image1.emf"/><Relationship Id="rId20" Type="http://schemas.openxmlformats.org/officeDocument/2006/relationships/slideLayout" Target="../slideLayouts/slideLayout51.xml"/><Relationship Id="rId41" Type="http://schemas.openxmlformats.org/officeDocument/2006/relationships/tags" Target="../tags/tag1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2312782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13" imgH="416" progId="TCLayout.ActiveDocument.1">
                  <p:embed/>
                </p:oleObj>
              </mc:Choice>
              <mc:Fallback>
                <p:oleObj name="think-cell Slide" r:id="rId4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8930636" y="6499381"/>
            <a:ext cx="234679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Frankfurt School of Finance and Management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2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91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92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4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126A91-4BF3-A837-8808-2DAE4A39D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18806-8655-4167-2E16-05AE5702D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95AB-5B67-5155-BCB5-CDA7046C1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EEE09-68BD-4499-9EE4-DE5DF8CE7CC5}" type="datetimeFigureOut">
              <a:rPr lang="de-DE" smtClean="0"/>
              <a:t>24.09.2025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BD0E2-83AF-30CC-2D48-7EF53246F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6C1A8-BC88-1D7C-250C-474B728D7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E4E82-220D-4AC2-876C-3A7ED49B49B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73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5" imgW="413" imgH="416" progId="TCLayout.ActiveDocument.1">
                  <p:embed/>
                </p:oleObj>
              </mc:Choice>
              <mc:Fallback>
                <p:oleObj name="think-cell Slide" r:id="rId45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2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8930636" y="6499381"/>
            <a:ext cx="234679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rPr>
              <a:t>Frankfurt School of Finance and Management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25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2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9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891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bg2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4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97.x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l="-20000" r="-20000"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4EDA1D79-6266-FA82-C685-2E7463F4278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4EDA1D79-6266-FA82-C685-2E7463F427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" name="Google Shape;185;p1"/>
          <p:cNvSpPr/>
          <p:nvPr/>
        </p:nvSpPr>
        <p:spPr>
          <a:xfrm>
            <a:off x="-2" y="4670853"/>
            <a:ext cx="12192001" cy="2216701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"/>
          <p:cNvSpPr txBox="1"/>
          <p:nvPr/>
        </p:nvSpPr>
        <p:spPr>
          <a:xfrm>
            <a:off x="478848" y="4786575"/>
            <a:ext cx="11332151" cy="2215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US" sz="3600" b="1" kern="0" dirty="0">
                <a:solidFill>
                  <a:schemeClr val="bg1"/>
                </a:solidFill>
                <a:latin typeface="Georgia"/>
                <a:sym typeface="Georgia"/>
              </a:rPr>
              <a:t>Private Pension Plan</a:t>
            </a:r>
          </a:p>
          <a:p>
            <a:pPr>
              <a:defRPr/>
            </a:pPr>
            <a:endParaRPr lang="en-US" kern="0" dirty="0">
              <a:solidFill>
                <a:schemeClr val="bg1"/>
              </a:solidFill>
              <a:latin typeface="Arial"/>
              <a:cs typeface="Arial"/>
              <a:sym typeface="Georgia"/>
            </a:endParaRPr>
          </a:p>
          <a:p>
            <a:pPr>
              <a:defRPr/>
            </a:pPr>
            <a:r>
              <a:rPr lang="en-US" sz="2600" b="1" kern="0" dirty="0">
                <a:solidFill>
                  <a:schemeClr val="bg1"/>
                </a:solidFill>
                <a:latin typeface="Arial"/>
                <a:cs typeface="Arial"/>
                <a:sym typeface="Georgia"/>
              </a:rPr>
              <a:t>Case 3 A – Group 3</a:t>
            </a:r>
          </a:p>
          <a:p>
            <a:pPr>
              <a:defRPr/>
            </a:pPr>
            <a:r>
              <a:rPr lang="en-US" sz="2600" b="1" kern="0" dirty="0">
                <a:solidFill>
                  <a:schemeClr val="bg1"/>
                </a:solidFill>
                <a:latin typeface="Arial"/>
                <a:cs typeface="Arial"/>
              </a:rPr>
              <a:t>Financial Engineering</a:t>
            </a:r>
          </a:p>
          <a:p>
            <a:pPr>
              <a:defRPr/>
            </a:pPr>
            <a:endParaRPr lang="en-US" sz="3200" b="1" kern="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Google Shape;185;p1">
            <a:extLst>
              <a:ext uri="{FF2B5EF4-FFF2-40B4-BE49-F238E27FC236}">
                <a16:creationId xmlns:a16="http://schemas.microsoft.com/office/drawing/2014/main" id="{66764A82-63E1-395A-F829-82115BADC905}"/>
              </a:ext>
            </a:extLst>
          </p:cNvPr>
          <p:cNvSpPr/>
          <p:nvPr/>
        </p:nvSpPr>
        <p:spPr>
          <a:xfrm rot="5400000">
            <a:off x="5612767" y="-5611231"/>
            <a:ext cx="975224" cy="12192769"/>
          </a:xfrm>
          <a:prstGeom prst="rect">
            <a:avLst/>
          </a:prstGeom>
          <a:solidFill>
            <a:schemeClr val="tx1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F32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EB317C-480B-0627-851A-767C202888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8657" y="171655"/>
            <a:ext cx="1944415" cy="6269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977018-831D-3B09-A090-9DF7108BECF5}"/>
              </a:ext>
            </a:extLst>
          </p:cNvPr>
          <p:cNvSpPr txBox="1"/>
          <p:nvPr/>
        </p:nvSpPr>
        <p:spPr>
          <a:xfrm>
            <a:off x="478849" y="166665"/>
            <a:ext cx="3002254" cy="103673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de-DE" sz="2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588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"/>
          <p:cNvSpPr txBox="1">
            <a:spLocks noGrp="1"/>
          </p:cNvSpPr>
          <p:nvPr>
            <p:ph type="title"/>
          </p:nvPr>
        </p:nvSpPr>
        <p:spPr>
          <a:xfrm>
            <a:off x="653624" y="325675"/>
            <a:ext cx="3128495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2500"/>
              <a:buFont typeface="Georgia"/>
              <a:buNone/>
            </a:pPr>
            <a:r>
              <a:rPr lang="en-US"/>
              <a:t>Presentation Roadmap</a:t>
            </a:r>
          </a:p>
        </p:txBody>
      </p:sp>
      <p:sp>
        <p:nvSpPr>
          <p:cNvPr id="3" name="Google Shape;194;p2">
            <a:extLst>
              <a:ext uri="{FF2B5EF4-FFF2-40B4-BE49-F238E27FC236}">
                <a16:creationId xmlns:a16="http://schemas.microsoft.com/office/drawing/2014/main" id="{2E7B62A7-8EDC-06F9-8E27-465A1588CEEC}"/>
              </a:ext>
            </a:extLst>
          </p:cNvPr>
          <p:cNvSpPr txBox="1">
            <a:spLocks/>
          </p:cNvSpPr>
          <p:nvPr/>
        </p:nvSpPr>
        <p:spPr>
          <a:xfrm>
            <a:off x="5877557" y="1587811"/>
            <a:ext cx="4395039" cy="44465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3302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Segoe UI" panose="020B0502040204020203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914400" lvl="1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Wingdings" panose="05000000000000000000" pitchFamily="2" charset="2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371600" lvl="2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828800" lvl="3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286000" lvl="4" indent="-3302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Font typeface="Arial" panose="020B0604020202020204" pitchFamily="34" charset="0"/>
              <a:buChar char="•"/>
              <a:defRPr sz="1600" b="0" kern="1200">
                <a:solidFill>
                  <a:srgbClr val="171616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Client Profile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Segoe UI" panose="020B0502040204020203" pitchFamily="34" charset="0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Retirement Income Gap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Segoe UI" panose="020B0502040204020203" pitchFamily="34" charset="0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Time Value Advantage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Segoe UI" panose="020B0502040204020203" pitchFamily="34" charset="0"/>
              <a:buAutoNum type="arabicPeriod"/>
            </a:pPr>
            <a:r>
              <a:rPr lang="de-DE" dirty="0"/>
              <a:t>German State Pension Analysis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Segoe UI" panose="020B0502040204020203" pitchFamily="34" charset="0"/>
              <a:buAutoNum type="arabicPeriod"/>
            </a:pPr>
            <a:r>
              <a:rPr lang="de-DE" dirty="0"/>
              <a:t>Investment </a:t>
            </a:r>
            <a:r>
              <a:rPr lang="de-DE" dirty="0" err="1"/>
              <a:t>Requirements</a:t>
            </a:r>
            <a:r>
              <a:rPr lang="de-DE" dirty="0"/>
              <a:t> Analysis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Asset Allocation Detail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Investment Implementation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chemeClr val="tx1"/>
              </a:buClr>
              <a:buSzPts val="1500"/>
              <a:buFont typeface="Arial"/>
              <a:buAutoNum type="arabicPeriod"/>
            </a:pPr>
            <a:r>
              <a:rPr lang="en-US" sz="1700" dirty="0">
                <a:solidFill>
                  <a:schemeClr val="bg1"/>
                </a:solidFill>
                <a:cs typeface="Arial"/>
              </a:rPr>
              <a:t>Stress Testing</a:t>
            </a:r>
            <a:endParaRPr lang="en-US" dirty="0"/>
          </a:p>
        </p:txBody>
      </p:sp>
      <p:sp>
        <p:nvSpPr>
          <p:cNvPr id="4" name="Google Shape;195;p2">
            <a:extLst>
              <a:ext uri="{FF2B5EF4-FFF2-40B4-BE49-F238E27FC236}">
                <a16:creationId xmlns:a16="http://schemas.microsoft.com/office/drawing/2014/main" id="{53C194F8-0AED-84EA-3231-46748418DBB9}"/>
              </a:ext>
            </a:extLst>
          </p:cNvPr>
          <p:cNvSpPr/>
          <p:nvPr/>
        </p:nvSpPr>
        <p:spPr>
          <a:xfrm>
            <a:off x="5715557" y="1587811"/>
            <a:ext cx="324000" cy="324000"/>
          </a:xfrm>
          <a:prstGeom prst="ellipse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Google Shape;196;p2">
            <a:extLst>
              <a:ext uri="{FF2B5EF4-FFF2-40B4-BE49-F238E27FC236}">
                <a16:creationId xmlns:a16="http://schemas.microsoft.com/office/drawing/2014/main" id="{0CE715A1-0A8F-A779-4179-266ED6611F92}"/>
              </a:ext>
            </a:extLst>
          </p:cNvPr>
          <p:cNvSpPr/>
          <p:nvPr/>
        </p:nvSpPr>
        <p:spPr>
          <a:xfrm>
            <a:off x="5715557" y="2061753"/>
            <a:ext cx="324000" cy="324000"/>
          </a:xfrm>
          <a:prstGeom prst="ellipse">
            <a:avLst/>
          </a:prstGeom>
          <a:solidFill>
            <a:schemeClr val="bg1"/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2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Google Shape;197;p2">
            <a:extLst>
              <a:ext uri="{FF2B5EF4-FFF2-40B4-BE49-F238E27FC236}">
                <a16:creationId xmlns:a16="http://schemas.microsoft.com/office/drawing/2014/main" id="{5C0BB778-6480-2EBB-8AB1-DA4D7424D623}"/>
              </a:ext>
            </a:extLst>
          </p:cNvPr>
          <p:cNvSpPr/>
          <p:nvPr/>
        </p:nvSpPr>
        <p:spPr>
          <a:xfrm>
            <a:off x="5715557" y="2556741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3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Google Shape;198;p2">
            <a:extLst>
              <a:ext uri="{FF2B5EF4-FFF2-40B4-BE49-F238E27FC236}">
                <a16:creationId xmlns:a16="http://schemas.microsoft.com/office/drawing/2014/main" id="{5BDEAD1E-E8F3-D8E0-31ED-D6AAF06A9891}"/>
              </a:ext>
            </a:extLst>
          </p:cNvPr>
          <p:cNvSpPr/>
          <p:nvPr/>
        </p:nvSpPr>
        <p:spPr>
          <a:xfrm>
            <a:off x="5715557" y="3544723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5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Google Shape;199;p2">
            <a:extLst>
              <a:ext uri="{FF2B5EF4-FFF2-40B4-BE49-F238E27FC236}">
                <a16:creationId xmlns:a16="http://schemas.microsoft.com/office/drawing/2014/main" id="{A72BC2B8-D447-A4ED-095E-0ACD575A2324}"/>
              </a:ext>
            </a:extLst>
          </p:cNvPr>
          <p:cNvSpPr/>
          <p:nvPr/>
        </p:nvSpPr>
        <p:spPr>
          <a:xfrm>
            <a:off x="5715557" y="4014301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6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Google Shape;199;p2">
            <a:extLst>
              <a:ext uri="{FF2B5EF4-FFF2-40B4-BE49-F238E27FC236}">
                <a16:creationId xmlns:a16="http://schemas.microsoft.com/office/drawing/2014/main" id="{8B3DDEEF-5616-1541-4C2E-33DF2AF4E2AC}"/>
              </a:ext>
            </a:extLst>
          </p:cNvPr>
          <p:cNvSpPr/>
          <p:nvPr/>
        </p:nvSpPr>
        <p:spPr>
          <a:xfrm>
            <a:off x="5715557" y="4521979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7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Google Shape;197;p2">
            <a:extLst>
              <a:ext uri="{FF2B5EF4-FFF2-40B4-BE49-F238E27FC236}">
                <a16:creationId xmlns:a16="http://schemas.microsoft.com/office/drawing/2014/main" id="{19453132-2E83-6D2D-3D88-4817788A8E36}"/>
              </a:ext>
            </a:extLst>
          </p:cNvPr>
          <p:cNvSpPr/>
          <p:nvPr/>
        </p:nvSpPr>
        <p:spPr>
          <a:xfrm>
            <a:off x="5715557" y="3046627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4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Google Shape;199;p2">
            <a:extLst>
              <a:ext uri="{FF2B5EF4-FFF2-40B4-BE49-F238E27FC236}">
                <a16:creationId xmlns:a16="http://schemas.microsoft.com/office/drawing/2014/main" id="{07BC4D9F-E40F-FA90-99E6-682481CBB2C1}"/>
              </a:ext>
            </a:extLst>
          </p:cNvPr>
          <p:cNvSpPr/>
          <p:nvPr/>
        </p:nvSpPr>
        <p:spPr>
          <a:xfrm>
            <a:off x="5715557" y="5029657"/>
            <a:ext cx="324000" cy="324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8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FD9F4-A799-C104-7D58-3CCBDFC50C90}"/>
              </a:ext>
            </a:extLst>
          </p:cNvPr>
          <p:cNvSpPr txBox="1"/>
          <p:nvPr/>
        </p:nvSpPr>
        <p:spPr>
          <a:xfrm>
            <a:off x="653624" y="1604553"/>
            <a:ext cx="914400" cy="9144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de-DE" sz="4000" dirty="0">
                <a:solidFill>
                  <a:srgbClr val="FF0000"/>
                </a:solidFill>
              </a:rPr>
              <a:t>Tentative</a:t>
            </a:r>
          </a:p>
        </p:txBody>
      </p:sp>
    </p:spTree>
    <p:extLst>
      <p:ext uri="{BB962C8B-B14F-4D97-AF65-F5344CB8AC3E}">
        <p14:creationId xmlns:p14="http://schemas.microsoft.com/office/powerpoint/2010/main" val="3643194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Google Shape;23;p40">
            <a:extLst>
              <a:ext uri="{FF2B5EF4-FFF2-40B4-BE49-F238E27FC236}">
                <a16:creationId xmlns:a16="http://schemas.microsoft.com/office/drawing/2014/main" id="{B64188AF-7AEA-A4DF-CD4D-E054554F6C7C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1655425" y="6426200"/>
            <a:ext cx="5365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5879B90-B394-264D-A9A4-AFA2655752C8}"/>
              </a:ext>
            </a:extLst>
          </p:cNvPr>
          <p:cNvSpPr/>
          <p:nvPr/>
        </p:nvSpPr>
        <p:spPr>
          <a:xfrm>
            <a:off x="6517051" y="5679502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Mujtaba Ali Bhutto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8513611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C47664F-B1EA-DA46-B633-60042D41A20F}"/>
              </a:ext>
            </a:extLst>
          </p:cNvPr>
          <p:cNvSpPr>
            <a:spLocks noChangeAspect="1"/>
          </p:cNvSpPr>
          <p:nvPr/>
        </p:nvSpPr>
        <p:spPr>
          <a:xfrm>
            <a:off x="2174724" y="1452798"/>
            <a:ext cx="1715448" cy="1706689"/>
          </a:xfrm>
          <a:prstGeom prst="ellipse">
            <a:avLst/>
          </a:prstGeom>
          <a:blipFill>
            <a:blip r:embed="rId3"/>
            <a:stretch>
              <a:fillRect l="12225" r="1222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35E1A02-74DC-C54B-B04E-9E6F6C69D1E0}"/>
              </a:ext>
            </a:extLst>
          </p:cNvPr>
          <p:cNvSpPr>
            <a:spLocks noChangeAspect="1"/>
          </p:cNvSpPr>
          <p:nvPr/>
        </p:nvSpPr>
        <p:spPr>
          <a:xfrm>
            <a:off x="5240540" y="1470315"/>
            <a:ext cx="1702800" cy="1706689"/>
          </a:xfrm>
          <a:prstGeom prst="ellipse">
            <a:avLst/>
          </a:prstGeom>
          <a:blipFill>
            <a:blip r:embed="rId4"/>
            <a:stretch>
              <a:fillRect l="-17322" t="-4843" r="-15870" b="-484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D608764-C16E-9C45-AE7F-702C61403095}"/>
              </a:ext>
            </a:extLst>
          </p:cNvPr>
          <p:cNvSpPr>
            <a:spLocks noChangeAspect="1"/>
          </p:cNvSpPr>
          <p:nvPr/>
        </p:nvSpPr>
        <p:spPr>
          <a:xfrm>
            <a:off x="8464014" y="1470315"/>
            <a:ext cx="1715448" cy="1706689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E32AE9B-50CA-A63E-4AEA-BA5DEE36278F}"/>
              </a:ext>
            </a:extLst>
          </p:cNvPr>
          <p:cNvSpPr>
            <a:spLocks noChangeAspect="1"/>
          </p:cNvSpPr>
          <p:nvPr/>
        </p:nvSpPr>
        <p:spPr>
          <a:xfrm>
            <a:off x="764585" y="3901372"/>
            <a:ext cx="1715448" cy="1706689"/>
          </a:xfrm>
          <a:prstGeom prst="ellipse">
            <a:avLst/>
          </a:prstGeom>
          <a:blipFill>
            <a:blip r:embed="rId6"/>
            <a:stretch>
              <a:fillRect l="-32894" t="-25937" r="-32894" b="-2593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FCFE8AE-8537-FF0D-5391-AB2CEAB3FA5E}"/>
              </a:ext>
            </a:extLst>
          </p:cNvPr>
          <p:cNvSpPr>
            <a:spLocks noChangeAspect="1"/>
          </p:cNvSpPr>
          <p:nvPr/>
        </p:nvSpPr>
        <p:spPr>
          <a:xfrm>
            <a:off x="3725297" y="3901372"/>
            <a:ext cx="1715448" cy="1706689"/>
          </a:xfrm>
          <a:prstGeom prst="ellipse">
            <a:avLst/>
          </a:prstGeom>
          <a:blipFill>
            <a:blip r:embed="rId7"/>
            <a:stretch>
              <a:fillRect l="-5289" t="-2734" r="-3837" b="-273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3CDBEA1-865D-3765-5D24-DF52201FBC14}"/>
              </a:ext>
            </a:extLst>
          </p:cNvPr>
          <p:cNvSpPr>
            <a:spLocks noChangeAspect="1"/>
          </p:cNvSpPr>
          <p:nvPr/>
        </p:nvSpPr>
        <p:spPr>
          <a:xfrm>
            <a:off x="6957530" y="3901372"/>
            <a:ext cx="1715448" cy="1706689"/>
          </a:xfrm>
          <a:prstGeom prst="ellipse">
            <a:avLst/>
          </a:prstGeom>
          <a:blipFill>
            <a:blip r:embed="rId8"/>
            <a:stretch>
              <a:fillRect l="10451" t="4649" r="11902" b="464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E76F4D8-D12C-C053-7D53-7FFE2040D768}"/>
              </a:ext>
            </a:extLst>
          </p:cNvPr>
          <p:cNvSpPr>
            <a:spLocks noChangeAspect="1"/>
          </p:cNvSpPr>
          <p:nvPr/>
        </p:nvSpPr>
        <p:spPr>
          <a:xfrm>
            <a:off x="9865392" y="3901372"/>
            <a:ext cx="1715448" cy="1706689"/>
          </a:xfrm>
          <a:prstGeom prst="ellipse">
            <a:avLst/>
          </a:prstGeom>
          <a:blipFill>
            <a:blip r:embed="rId9"/>
            <a:stretch>
              <a:fillRect l="-30795" t="-17500" r="-30795" b="-34374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2BB0B6-1D78-ED47-766C-CB9FEED34F37}"/>
              </a:ext>
            </a:extLst>
          </p:cNvPr>
          <p:cNvSpPr/>
          <p:nvPr/>
        </p:nvSpPr>
        <p:spPr>
          <a:xfrm>
            <a:off x="3284818" y="5679501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Shangrun Jiang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8501084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DF0A2B-3EAC-B25A-B064-D512B77EFE9F}"/>
              </a:ext>
            </a:extLst>
          </p:cNvPr>
          <p:cNvSpPr/>
          <p:nvPr/>
        </p:nvSpPr>
        <p:spPr>
          <a:xfrm>
            <a:off x="324106" y="5679501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Ritesh Kumar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8510249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56CBF7-E077-5C27-7295-043080B505D2}"/>
              </a:ext>
            </a:extLst>
          </p:cNvPr>
          <p:cNvSpPr/>
          <p:nvPr/>
        </p:nvSpPr>
        <p:spPr>
          <a:xfrm>
            <a:off x="9477763" y="5679500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Chang Liu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8514049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C7033E-84C2-36C7-F0C6-80CA2FB78BF1}"/>
              </a:ext>
            </a:extLst>
          </p:cNvPr>
          <p:cNvSpPr/>
          <p:nvPr/>
        </p:nvSpPr>
        <p:spPr>
          <a:xfrm>
            <a:off x="1734245" y="3198736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Ying Liu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8513629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09EF99-471B-850D-653F-850EEA1D9579}"/>
              </a:ext>
            </a:extLst>
          </p:cNvPr>
          <p:cNvSpPr/>
          <p:nvPr/>
        </p:nvSpPr>
        <p:spPr>
          <a:xfrm>
            <a:off x="4793737" y="3230659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>
                <a:solidFill>
                  <a:srgbClr val="061F32"/>
                </a:solidFill>
                <a:latin typeface="Arial" panose="020B0604020202020204"/>
              </a:rPr>
              <a:t>Abdul Malik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8512905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B030BC-3431-F066-87D1-E224AEFB8CED}"/>
              </a:ext>
            </a:extLst>
          </p:cNvPr>
          <p:cNvSpPr/>
          <p:nvPr/>
        </p:nvSpPr>
        <p:spPr>
          <a:xfrm>
            <a:off x="8023535" y="3227182"/>
            <a:ext cx="2596406" cy="48890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Marco Leibersperger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061F3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8518121</a:t>
            </a:r>
            <a:endParaRPr kumimoji="0" lang="en-GB" sz="1400" b="0" i="0" u="none" strike="noStrike" kern="1200" cap="none" spc="0" normalizeH="0" baseline="0" noProof="0">
              <a:ln>
                <a:noFill/>
              </a:ln>
              <a:solidFill>
                <a:srgbClr val="061F32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098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577FB-10CC-7F25-8305-D2CA06A32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848" y="4996145"/>
            <a:ext cx="4623502" cy="731520"/>
          </a:xfrm>
        </p:spPr>
        <p:txBody>
          <a:bodyPr/>
          <a:lstStyle/>
          <a:p>
            <a:r>
              <a:rPr lang="en-IN" sz="6000"/>
              <a:t>Thank you !</a:t>
            </a:r>
            <a:endParaRPr lang="de-DE" sz="6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FA4CCC-737D-DE6F-A373-CC087DB4F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3272" y="383411"/>
            <a:ext cx="1944415" cy="62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277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White">
  <a:themeElements>
    <a:clrScheme name="Slideworks Colors">
      <a:dk1>
        <a:srgbClr val="FFFFFF"/>
      </a:dk1>
      <a:lt1>
        <a:srgbClr val="061F32"/>
      </a:lt1>
      <a:dk2>
        <a:srgbClr val="000000"/>
      </a:dk2>
      <a:lt2>
        <a:srgbClr val="000000"/>
      </a:lt2>
      <a:accent1>
        <a:srgbClr val="00A7F2"/>
      </a:accent1>
      <a:accent2>
        <a:srgbClr val="3478AB"/>
      </a:accent2>
      <a:accent3>
        <a:srgbClr val="1D4769"/>
      </a:accent3>
      <a:accent4>
        <a:srgbClr val="061F32"/>
      </a:accent4>
      <a:accent5>
        <a:srgbClr val="1C3CDF"/>
      </a:accent5>
      <a:accent6>
        <a:srgbClr val="F8BC3B"/>
      </a:accent6>
      <a:hlink>
        <a:srgbClr val="3478AB"/>
      </a:hlink>
      <a:folHlink>
        <a:srgbClr val="8B78AB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F964EA60144AF4C8BF187EC409E1C91" ma:contentTypeVersion="9" ma:contentTypeDescription="Ein neues Dokument erstellen." ma:contentTypeScope="" ma:versionID="a84d0e2b0ab33d3eddc55da5755b006d">
  <xsd:schema xmlns:xsd="http://www.w3.org/2001/XMLSchema" xmlns:xs="http://www.w3.org/2001/XMLSchema" xmlns:p="http://schemas.microsoft.com/office/2006/metadata/properties" xmlns:ns2="dfb55420-9e89-4a77-b785-ae8cb2d34317" xmlns:ns3="928001c6-3414-4bb4-8e4d-ef44f41ef01d" targetNamespace="http://schemas.microsoft.com/office/2006/metadata/properties" ma:root="true" ma:fieldsID="ed00c54209ebb3073991f8463165ce2f" ns2:_="" ns3:_="">
    <xsd:import namespace="dfb55420-9e89-4a77-b785-ae8cb2d34317"/>
    <xsd:import namespace="928001c6-3414-4bb4-8e4d-ef44f41ef0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b55420-9e89-4a77-b785-ae8cb2d343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45b14518-4d3d-476a-94d0-3ccb46acc1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8001c6-3414-4bb4-8e4d-ef44f41ef01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cd4216-2360-4c7a-ac5b-68c49338fb55}" ma:internalName="TaxCatchAll" ma:showField="CatchAllData" ma:web="928001c6-3414-4bb4-8e4d-ef44f41ef0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28001c6-3414-4bb4-8e4d-ef44f41ef01d" xsi:nil="true"/>
    <lcf76f155ced4ddcb4097134ff3c332f xmlns="dfb55420-9e89-4a77-b785-ae8cb2d3431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686818D-62B1-4FAB-AC05-5FA3154561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98CB97-FF16-4554-9E29-FEF94A3190D6}">
  <ds:schemaRefs>
    <ds:schemaRef ds:uri="928001c6-3414-4bb4-8e4d-ef44f41ef01d"/>
    <ds:schemaRef ds:uri="dfb55420-9e89-4a77-b785-ae8cb2d3431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1958423-E166-4449-BA6C-F1A43F55BBA4}">
  <ds:schemaRefs>
    <ds:schemaRef ds:uri="http://schemas.microsoft.com/office/2006/metadata/properties"/>
    <ds:schemaRef ds:uri="http://purl.org/dc/terms/"/>
    <ds:schemaRef ds:uri="http://purl.org/dc/elements/1.1/"/>
    <ds:schemaRef ds:uri="http://purl.org/dc/dcmitype/"/>
    <ds:schemaRef ds:uri="dfb55420-9e89-4a77-b785-ae8cb2d343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28001c6-3414-4bb4-8e4d-ef44f41ef01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</Words>
  <Application>Microsoft Office PowerPoint</Application>
  <PresentationFormat>Widescreen</PresentationFormat>
  <Paragraphs>40</Paragraphs>
  <Slides>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Georgia</vt:lpstr>
      <vt:lpstr>Segoe UI</vt:lpstr>
      <vt:lpstr>Wingdings</vt:lpstr>
      <vt:lpstr>White</vt:lpstr>
      <vt:lpstr>Custom Design</vt:lpstr>
      <vt:lpstr>White</vt:lpstr>
      <vt:lpstr>think-cell Slide</vt:lpstr>
      <vt:lpstr>PowerPoint Presentation</vt:lpstr>
      <vt:lpstr>Presentation Roadmap</vt:lpstr>
      <vt:lpstr>Team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Malik</dc:creator>
  <cp:lastModifiedBy>Abdul Malik</cp:lastModifiedBy>
  <cp:revision>5</cp:revision>
  <dcterms:created xsi:type="dcterms:W3CDTF">2025-09-22T13:15:20Z</dcterms:created>
  <dcterms:modified xsi:type="dcterms:W3CDTF">2025-09-24T20:23:40Z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0x0101000F964EA60144AF4C8BF187EC409E1C91</vt:lpwstr>
  </property>
  <property fmtid="{D5CDD505-2E9C-101B-9397-08002B2CF9AE}" pid="3" name="MediaServiceImageTags">
    <vt:lpwstr/>
  </property>
</Properties>
</file>